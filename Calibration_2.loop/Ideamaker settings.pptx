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1" r:id="rId16"/>
    <p:sldId id="271" r:id="rId17"/>
    <p:sldId id="272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F983C5-F4F5-AE87-DDDB-FC87F6FB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03744AB-E10A-95C6-79DF-8EEA24178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B726E4-F6C3-B195-EA5B-E4DCA290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B8C0D8-C2B9-22D0-CB63-89EE0A21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AD94836-0F73-017D-C884-4FF67DE6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170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54C560-D24B-E271-F13D-F1F849FA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F21F22-156D-095C-F0FE-3F11B1188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2FDE914-B66A-9887-7441-F5A928D1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FCF027-28CD-7B79-3595-DFF8B614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6D77AD-7F83-20CC-9EFF-3EB13DCD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5725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3AE1F3-78B7-A8B9-72AF-1615B7E0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66F6EA3-D101-92B3-F09B-594F1B38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DD17CB9-97CD-F620-7ABE-7C75AEEC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F1DEBF9-1287-36DE-F6E1-41579F54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87D4950-D2DF-7F27-392D-A18FD565F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145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B49C33-66E4-755C-64AD-4FF9298E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47C8B1-7F25-48C5-0948-8DD332963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B91B7A8-18D1-B4C2-E59F-3AF10BCAB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F2D5EFD-A7B9-CBEA-65C1-9138A19F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D68118D-BDF8-9102-D333-198A6819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50E8874-F2A6-788C-C041-24979EF6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915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052549-208A-D88A-6B8E-5338E0969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9E9F874-D080-DEC0-FCAE-B67D97F81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42FF1A-ED3C-5CD6-EA8C-9D8AA4776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3748150-614E-F60E-A7DF-015517C1C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8664CDAE-5A5B-A058-4D83-73F9122D0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4542197-722F-1AD5-8716-886CCE98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A1E2DDB-770E-3986-BFF6-A61330C1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51F9FD2-A792-8568-88DD-4D3D1962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312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E8D319-44E7-3DA6-D05D-24958FA9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03B164D-A899-5CFD-9D4A-FFC84F30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C7E5A2B-C23C-D6B9-F6F9-F3CE89DA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0BCB1C2-A9F9-8F09-5491-99BA5E20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664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90FD097-8F69-71B2-DCD4-9594EADFE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9CAA749-E360-EA6A-5A8F-90945E35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CF05A9B-6EDC-BF5E-A144-6517DF43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483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D32185-87E9-180D-3001-56E078A9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33CCDB-F2EF-D3F0-DADF-A2CD1B831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F1AA829-4EEA-F08B-C01E-55903DFD2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E77DCED-7841-FAA4-EB6E-3FB3896F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97DD7AC-CEB2-F7B5-7DB8-88440923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3166DBC-204F-B5A0-00D8-9AD03F89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412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7F2155-994F-A66E-4913-CB7E3A80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08571F8-2A28-ECED-55CD-A4906486F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A063D45-5AB9-57AB-4DC5-179799D67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5791A43-F985-DFBF-4D48-32F62B93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3CA09DA-F011-DF9A-936A-E4F17FCC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899686-E2D9-83C2-0D2F-1DB23B3D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485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798BE5-E310-A9C2-20EF-47995484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2F0F8E6-33C7-4E00-BFCA-A70AFADCE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E0D9FC-1524-72BA-0900-C2CC984D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421058-30CA-639C-829A-5E799405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2ED7F2-878A-9F05-E7D9-82BDDA0D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381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833A631-FA73-D82A-6C5E-54C0F9877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D013077-0A48-E708-4A2A-426D91B27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B1CD160-4D25-BE1A-B5A1-2D20746C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5AD0560-FCB1-E0E1-8204-5341836E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56CCAA3-C490-F715-C548-D56B9DDE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254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4C058F4-CFB4-93DD-BF03-20B0FFB8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635DBEA-C540-BA67-DE86-B16A6498C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AEA88F8-4985-E03C-3B10-5AB26DA37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756FF-F192-4FB2-B53A-2C0DA15BA5AB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4D1C04-8DA7-8962-FD44-BEF73B033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4749A4F-3FA0-498B-F619-B357A479C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21515-2C33-499A-A261-F92A4D69A6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255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43187864-F468-A458-D2C5-3D94A049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44" y="537327"/>
            <a:ext cx="9285312" cy="6075575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D9707FB8-0187-52B0-323B-CE4CE6C87737}"/>
              </a:ext>
            </a:extLst>
          </p:cNvPr>
          <p:cNvSpPr txBox="1"/>
          <p:nvPr/>
        </p:nvSpPr>
        <p:spPr>
          <a:xfrm>
            <a:off x="292231" y="235670"/>
            <a:ext cx="716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Layer</a:t>
            </a:r>
            <a:r>
              <a:rPr lang="hu-HU" dirty="0"/>
              <a:t> </a:t>
            </a:r>
            <a:r>
              <a:rPr lang="hu-HU" dirty="0" err="1"/>
              <a:t>hight</a:t>
            </a:r>
            <a:r>
              <a:rPr lang="hu-HU" dirty="0"/>
              <a:t> </a:t>
            </a:r>
            <a:r>
              <a:rPr lang="hu-HU" dirty="0" err="1"/>
              <a:t>changed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0,25mm,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layer</a:t>
            </a:r>
            <a:r>
              <a:rPr lang="hu-HU" dirty="0"/>
              <a:t> </a:t>
            </a:r>
            <a:r>
              <a:rPr lang="hu-HU" dirty="0" err="1"/>
              <a:t>hight</a:t>
            </a:r>
            <a:r>
              <a:rPr lang="hu-HU" dirty="0"/>
              <a:t> </a:t>
            </a:r>
            <a:r>
              <a:rPr lang="hu-HU" dirty="0" err="1"/>
              <a:t>changed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0,25mm</a:t>
            </a:r>
          </a:p>
        </p:txBody>
      </p:sp>
    </p:spTree>
    <p:extLst>
      <p:ext uri="{BB962C8B-B14F-4D97-AF65-F5344CB8AC3E}">
        <p14:creationId xmlns:p14="http://schemas.microsoft.com/office/powerpoint/2010/main" val="298796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A7BED-EFC8-B0F0-9E1E-009857D2F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D4F67DC-0573-8B07-386A-A52E3768B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1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72687-3A5A-0BFF-26EA-58586A70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9FAC6734-0C15-A586-A8AA-DBAE2EEDB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3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B7FB-A413-38BB-87CD-86F7E3A9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EABD9B5-2479-AAB9-EBC7-70DED8D2D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2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0ABD-DC15-786F-8F6D-9E493E854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4B90B9E-38BD-C1D1-FFBF-4E0940702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76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503C-C74E-D41D-FB10-13DE52E4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D40703F5-8163-6938-669E-885779A95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71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C2EE-AEC4-0A51-4C2C-2F25C12F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AA79F97A-9797-DA25-B224-3DB3FC4BF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6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499B-213C-4159-2494-BD39D760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69DEAFE-7423-4310-EACB-39142A11A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4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C5E1-68F3-C090-C956-BD1D0F06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158F07A3-8A9B-BC71-9EA3-F9D4CF68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3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3180-939F-20CB-2804-85749ED6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5CF4C49-CE5E-E790-5E21-5B0E1D69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5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E8C1-ECFD-7CFA-E908-ECF0D587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43C1ACBC-37E9-AAF8-ECFC-DC9AC7484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1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AE02-8AD7-81BF-123C-E99263D9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744B739-7A42-AA25-853E-1BD209C47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41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AED15-9E48-B809-A370-896ECC83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86303CB4-90BC-61F6-365D-FE7B6552B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3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5F2A-2623-EA60-3DCB-C5AD5E59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8FF4F7A5-35A8-9C78-8D3E-06D5610E6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73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124E-885D-5E91-E74E-F27B2031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122EFDEA-3F0A-A448-8A64-AB5CEA2E0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28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1FBE-DDC7-9256-50A6-EF8662C6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A93ABCB0-F2C0-667E-C8AB-1620E38FF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39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BA02-EE9C-6E2D-8A6D-B0D2F3237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1FFB798-2516-82C4-1C50-BF4B440BF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150"/>
            <a:ext cx="12192000" cy="5139700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0A8BE235-0BF6-9E7D-6FFE-CAF4D178C2A2}"/>
              </a:ext>
            </a:extLst>
          </p:cNvPr>
          <p:cNvSpPr txBox="1"/>
          <p:nvPr/>
        </p:nvSpPr>
        <p:spPr>
          <a:xfrm>
            <a:off x="219174" y="182585"/>
            <a:ext cx="4484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b="1" i="0" dirty="0">
                <a:solidFill>
                  <a:srgbClr val="FF0000"/>
                </a:solidFill>
                <a:effectLst/>
                <a:latin typeface="+mn-lt"/>
              </a:rPr>
              <a:t>X: 49,73mm Y: 49:84mm Z: 49,77mm</a:t>
            </a:r>
            <a:endParaRPr lang="hu-HU" sz="2000" b="1" dirty="0">
              <a:solidFill>
                <a:srgbClr val="FF0000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373A5116-B628-C78C-45AA-98231FA23177}"/>
              </a:ext>
            </a:extLst>
          </p:cNvPr>
          <p:cNvSpPr txBox="1"/>
          <p:nvPr/>
        </p:nvSpPr>
        <p:spPr>
          <a:xfrm>
            <a:off x="129226" y="6207884"/>
            <a:ext cx="9149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i="0" dirty="0">
                <a:effectLst/>
                <a:latin typeface="+mn-lt"/>
              </a:rPr>
              <a:t>X,Y,Z </a:t>
            </a:r>
            <a:r>
              <a:rPr lang="hu-HU" sz="2000" i="0" dirty="0" err="1">
                <a:effectLst/>
                <a:latin typeface="+mn-lt"/>
              </a:rPr>
              <a:t>size</a:t>
            </a:r>
            <a:r>
              <a:rPr lang="hu-HU" sz="2000" i="0" dirty="0">
                <a:effectLst/>
                <a:latin typeface="+mn-lt"/>
              </a:rPr>
              <a:t> </a:t>
            </a:r>
            <a:r>
              <a:rPr lang="hu-HU" sz="2000" i="0" dirty="0" err="1">
                <a:effectLst/>
                <a:latin typeface="+mn-lt"/>
              </a:rPr>
              <a:t>not</a:t>
            </a:r>
            <a:r>
              <a:rPr lang="hu-HU" sz="2000" i="0" dirty="0">
                <a:effectLst/>
                <a:latin typeface="+mn-lt"/>
              </a:rPr>
              <a:t> </a:t>
            </a:r>
            <a:r>
              <a:rPr lang="hu-HU" sz="2000" i="0" dirty="0" err="1">
                <a:effectLst/>
                <a:latin typeface="+mn-lt"/>
              </a:rPr>
              <a:t>correct</a:t>
            </a:r>
            <a:r>
              <a:rPr lang="hu-HU" sz="2000" i="0" dirty="0">
                <a:effectLst/>
                <a:latin typeface="+mn-lt"/>
              </a:rPr>
              <a:t>, </a:t>
            </a:r>
            <a:r>
              <a:rPr lang="hu-HU" sz="2000" i="0" dirty="0" err="1">
                <a:effectLst/>
                <a:latin typeface="+mn-lt"/>
              </a:rPr>
              <a:t>quality</a:t>
            </a:r>
            <a:r>
              <a:rPr lang="hu-HU" sz="2000" i="0" dirty="0">
                <a:effectLst/>
                <a:latin typeface="+mn-lt"/>
              </a:rPr>
              <a:t> of </a:t>
            </a:r>
            <a:r>
              <a:rPr lang="hu-HU" sz="2000" i="0" dirty="0" err="1">
                <a:effectLst/>
                <a:latin typeface="+mn-lt"/>
              </a:rPr>
              <a:t>the</a:t>
            </a:r>
            <a:r>
              <a:rPr lang="hu-HU" sz="2000" i="0" dirty="0">
                <a:effectLst/>
                <a:latin typeface="+mn-lt"/>
              </a:rPr>
              <a:t> printed model</a:t>
            </a:r>
            <a:r>
              <a:rPr lang="hu-HU" sz="2000" dirty="0"/>
              <a:t>l </a:t>
            </a:r>
            <a:r>
              <a:rPr lang="hu-HU" sz="2000" dirty="0" err="1"/>
              <a:t>impoved</a:t>
            </a:r>
            <a:r>
              <a:rPr lang="hu-HU" sz="2000" dirty="0"/>
              <a:t>, less </a:t>
            </a:r>
            <a:r>
              <a:rPr lang="hu-HU" sz="2000" dirty="0" err="1"/>
              <a:t>layer</a:t>
            </a:r>
            <a:r>
              <a:rPr lang="hu-HU" sz="2000" dirty="0"/>
              <a:t> shift </a:t>
            </a:r>
            <a:r>
              <a:rPr lang="hu-HU" sz="2000" dirty="0" err="1"/>
              <a:t>observed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123387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</Words>
  <Application>Microsoft Office PowerPoint</Application>
  <PresentationFormat>Szélesvásznú</PresentationFormat>
  <Paragraphs>3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Gabor Dernoczi</dc:creator>
  <cp:lastModifiedBy>Gabor Dernoczi</cp:lastModifiedBy>
  <cp:revision>5</cp:revision>
  <dcterms:created xsi:type="dcterms:W3CDTF">2026-09-16T11:47:49Z</dcterms:created>
  <dcterms:modified xsi:type="dcterms:W3CDTF">2026-09-16T11:56:24Z</dcterms:modified>
</cp:coreProperties>
</file>