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1" r:id="rId4"/>
    <p:sldId id="258" r:id="rId5"/>
    <p:sldId id="259" r:id="rId6"/>
    <p:sldId id="260" r:id="rId7"/>
    <p:sldId id="262" r:id="rId8"/>
    <p:sldId id="266" r:id="rId9"/>
    <p:sldId id="267" r:id="rId10"/>
    <p:sldId id="268" r:id="rId11"/>
    <p:sldId id="263" r:id="rId12"/>
    <p:sldId id="264" r:id="rId13"/>
    <p:sldId id="269" r:id="rId14"/>
    <p:sldId id="270" r:id="rId15"/>
    <p:sldId id="271" r:id="rId16"/>
    <p:sldId id="265" r:id="rId17"/>
    <p:sldId id="272" r:id="rId18"/>
    <p:sldId id="273" r:id="rId19"/>
    <p:sldId id="274" r:id="rId20"/>
    <p:sldId id="279" r:id="rId21"/>
    <p:sldId id="276" r:id="rId22"/>
    <p:sldId id="275" r:id="rId23"/>
    <p:sldId id="277" r:id="rId24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FD2C5566-0D0A-0EC7-C70B-215D00E393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66ADD0E6-6340-F9F2-B2A5-56689F0FDF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FEA95493-62C6-ABCB-71E6-797162277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24CD0-FE40-46EA-873A-699A1F19B215}" type="datetimeFigureOut">
              <a:rPr lang="hu-HU" smtClean="0"/>
              <a:t>2026. 09. 13.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C29C2B01-8080-61DC-170E-84F74D594E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CB1B3296-FC99-B624-4E42-2CBC9E1F4F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B0548-1570-4BE4-ADB5-D36612A98C7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1012114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735941D-4BFA-5B8A-F6F0-227CFB4292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FFB6427A-A5EB-BB92-7C60-57000CB684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E32BACE5-DE3E-53F5-5CC7-2743515357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24CD0-FE40-46EA-873A-699A1F19B215}" type="datetimeFigureOut">
              <a:rPr lang="hu-HU" smtClean="0"/>
              <a:t>2026. 09. 13.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DC85AE5B-C842-AFE3-7668-FED4FB585A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7687C6D7-F24C-D661-9410-30DE743693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B0548-1570-4BE4-ADB5-D36612A98C7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2864736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903829F-6B9F-7581-1C73-B03CB3E432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0321A121-1F8C-58F4-DE9B-90F1FCD4CE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F0EEAFF8-E615-5042-8AD7-010633513A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24CD0-FE40-46EA-873A-699A1F19B215}" type="datetimeFigureOut">
              <a:rPr lang="hu-HU" smtClean="0"/>
              <a:t>2026. 09. 13.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BA281BD9-A996-2DAD-873F-317BCAA0A6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57CAE25A-973B-2DF7-C186-EC021D68A2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B0548-1570-4BE4-ADB5-D36612A98C7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2843781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F37C28C-C1C0-AFC9-D197-331F1E02BC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0E30D056-620E-8D43-A44B-A2414FC43E2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EA1308AA-B083-D005-782B-B0013A35B0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79404047-25FC-3C39-324E-11E94F8479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24CD0-FE40-46EA-873A-699A1F19B215}" type="datetimeFigureOut">
              <a:rPr lang="hu-HU" smtClean="0"/>
              <a:t>2026. 09. 13.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B654A679-D8E8-1B3F-A384-DD47368A3A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63CC7D94-5585-8734-4FAC-891D913387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B0548-1570-4BE4-ADB5-D36612A98C7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5133277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3AC07A8-3F7A-DE00-AA17-E7C2A5187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C7BAEC69-55BC-76AB-2AD2-C4F9724C3E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7D678AEB-3977-E0FD-996E-95B34DBDFE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id="{8386B9EA-0CF3-8F44-CE6C-FA5FB9B6277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Tartalom helye 5">
            <a:extLst>
              <a:ext uri="{FF2B5EF4-FFF2-40B4-BE49-F238E27FC236}">
                <a16:creationId xmlns:a16="http://schemas.microsoft.com/office/drawing/2014/main" id="{51EC7D85-ADF0-9DA0-AF6D-4F9CF00331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7" name="Dátum helye 6">
            <a:extLst>
              <a:ext uri="{FF2B5EF4-FFF2-40B4-BE49-F238E27FC236}">
                <a16:creationId xmlns:a16="http://schemas.microsoft.com/office/drawing/2014/main" id="{DC51AA33-EE3E-4EC5-4673-82E02FD4AD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24CD0-FE40-46EA-873A-699A1F19B215}" type="datetimeFigureOut">
              <a:rPr lang="hu-HU" smtClean="0"/>
              <a:t>2026. 09. 13.</a:t>
            </a:fld>
            <a:endParaRPr lang="hu-HU"/>
          </a:p>
        </p:txBody>
      </p:sp>
      <p:sp>
        <p:nvSpPr>
          <p:cNvPr id="8" name="Élőláb helye 7">
            <a:extLst>
              <a:ext uri="{FF2B5EF4-FFF2-40B4-BE49-F238E27FC236}">
                <a16:creationId xmlns:a16="http://schemas.microsoft.com/office/drawing/2014/main" id="{EF875A33-9782-7182-680B-3549009BDE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Dia számának helye 8">
            <a:extLst>
              <a:ext uri="{FF2B5EF4-FFF2-40B4-BE49-F238E27FC236}">
                <a16:creationId xmlns:a16="http://schemas.microsoft.com/office/drawing/2014/main" id="{513BAA16-3589-84AD-E86C-A137050A0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B0548-1570-4BE4-ADB5-D36612A98C7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6427878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31C7B47-427A-4CCC-5CAA-D61E983DEC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Dátum helye 2">
            <a:extLst>
              <a:ext uri="{FF2B5EF4-FFF2-40B4-BE49-F238E27FC236}">
                <a16:creationId xmlns:a16="http://schemas.microsoft.com/office/drawing/2014/main" id="{6B80058F-CBE7-C9C5-0520-0B1A8945B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24CD0-FE40-46EA-873A-699A1F19B215}" type="datetimeFigureOut">
              <a:rPr lang="hu-HU" smtClean="0"/>
              <a:t>2026. 09. 13.</a:t>
            </a:fld>
            <a:endParaRPr lang="hu-HU"/>
          </a:p>
        </p:txBody>
      </p:sp>
      <p:sp>
        <p:nvSpPr>
          <p:cNvPr id="4" name="Élőláb helye 3">
            <a:extLst>
              <a:ext uri="{FF2B5EF4-FFF2-40B4-BE49-F238E27FC236}">
                <a16:creationId xmlns:a16="http://schemas.microsoft.com/office/drawing/2014/main" id="{722E4128-887F-F852-6B0E-D6214998E4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B7D87A6E-C528-BCBB-4586-5213EEB20E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B0548-1570-4BE4-ADB5-D36612A98C7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3583626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>
            <a:extLst>
              <a:ext uri="{FF2B5EF4-FFF2-40B4-BE49-F238E27FC236}">
                <a16:creationId xmlns:a16="http://schemas.microsoft.com/office/drawing/2014/main" id="{DB5DAFC2-2377-5659-EED9-1CD5608195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24CD0-FE40-46EA-873A-699A1F19B215}" type="datetimeFigureOut">
              <a:rPr lang="hu-HU" smtClean="0"/>
              <a:t>2026. 09. 13.</a:t>
            </a:fld>
            <a:endParaRPr lang="hu-HU"/>
          </a:p>
        </p:txBody>
      </p:sp>
      <p:sp>
        <p:nvSpPr>
          <p:cNvPr id="3" name="Élőláb helye 2">
            <a:extLst>
              <a:ext uri="{FF2B5EF4-FFF2-40B4-BE49-F238E27FC236}">
                <a16:creationId xmlns:a16="http://schemas.microsoft.com/office/drawing/2014/main" id="{E2203F2D-3E81-5B07-FB20-D677EBA3C3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EC6DAB22-0695-3DA5-B511-13FB18EE6C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B0548-1570-4BE4-ADB5-D36612A98C7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6173657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FD94A74C-0359-A6A8-6814-57D51883DF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473305ED-B114-FB3C-9206-EFEA8DFBEA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9D97BCBE-17D4-FE26-C7E6-2DFF02666C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0B2AC4C7-0971-480C-9EA7-FE17DA06C3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24CD0-FE40-46EA-873A-699A1F19B215}" type="datetimeFigureOut">
              <a:rPr lang="hu-HU" smtClean="0"/>
              <a:t>2026. 09. 13.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D4425826-8B9C-684E-E5B0-AAE29C13A2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F67DFA3B-A1D1-9BEF-6862-DB081E036C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B0548-1570-4BE4-ADB5-D36612A98C7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3166398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1E50D8B-D2AC-D491-068C-92FDC92549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Kép helye 2">
            <a:extLst>
              <a:ext uri="{FF2B5EF4-FFF2-40B4-BE49-F238E27FC236}">
                <a16:creationId xmlns:a16="http://schemas.microsoft.com/office/drawing/2014/main" id="{63CDA527-4719-F9E7-83BF-FE5EFA240AD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/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F9D3D04C-F4CE-6784-4081-E227B97A59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2A62AAA5-1CB3-2C12-824F-8690001B27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24CD0-FE40-46EA-873A-699A1F19B215}" type="datetimeFigureOut">
              <a:rPr lang="hu-HU" smtClean="0"/>
              <a:t>2026. 09. 13.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A8EF1EB9-CC0F-08B4-E278-B234FC5B14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1E5B1504-8517-29CD-B4EC-DBD834137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B0548-1570-4BE4-ADB5-D36612A98C7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8187944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3B7C398-32D2-BEC8-508E-C0971B3F99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DA60CDC8-DEA4-F0A3-E3E7-D15BFFDDAD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6BD54C39-45F8-EA0A-E9AB-F06C63D3A5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24CD0-FE40-46EA-873A-699A1F19B215}" type="datetimeFigureOut">
              <a:rPr lang="hu-HU" smtClean="0"/>
              <a:t>2026. 09. 13.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8726AD8A-BB06-B6A8-1974-9AD0FCE06D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42D9BD37-C592-DFCF-135F-6FBF7DDA03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B0548-1570-4BE4-ADB5-D36612A98C7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427242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>
            <a:extLst>
              <a:ext uri="{FF2B5EF4-FFF2-40B4-BE49-F238E27FC236}">
                <a16:creationId xmlns:a16="http://schemas.microsoft.com/office/drawing/2014/main" id="{EE7F957D-67D5-7116-BBD3-7FEB5809D38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360079B2-BFA4-7A55-E9D1-BF4058E1C5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1DABC481-B59B-ED58-9765-6BF1203BA0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24CD0-FE40-46EA-873A-699A1F19B215}" type="datetimeFigureOut">
              <a:rPr lang="hu-HU" smtClean="0"/>
              <a:t>2026. 09. 13.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70EDE2BE-B041-D388-A230-6DFE5BFE23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7CFD0BF5-3CB8-CCC7-A4D1-78193D0D42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B0548-1570-4BE4-ADB5-D36612A98C7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7274251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>
            <a:extLst>
              <a:ext uri="{FF2B5EF4-FFF2-40B4-BE49-F238E27FC236}">
                <a16:creationId xmlns:a16="http://schemas.microsoft.com/office/drawing/2014/main" id="{B454BEC2-AF5A-D01B-EC29-DDB7F54F84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0747A3E9-25C9-53E6-C424-FC921C90D7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EF41D6CB-F96A-9001-E3D3-5713086C034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B24CD0-FE40-46EA-873A-699A1F19B215}" type="datetimeFigureOut">
              <a:rPr lang="hu-HU" smtClean="0"/>
              <a:t>2026. 09. 13.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E82F0733-C843-33DA-7FC0-71835F3D53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D666B8BF-6554-A7B7-B1F0-3A180ABD88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EB0548-1570-4BE4-ADB5-D36612A98C7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8232640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Kép 3">
            <a:extLst>
              <a:ext uri="{FF2B5EF4-FFF2-40B4-BE49-F238E27FC236}">
                <a16:creationId xmlns:a16="http://schemas.microsoft.com/office/drawing/2014/main" id="{25DD1FE4-414D-8F74-32F1-5E892D612E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558" y="207390"/>
            <a:ext cx="11515033" cy="6117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44518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A9B213-1ACB-F6FE-4153-41CBBB6281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Kép 2">
            <a:extLst>
              <a:ext uri="{FF2B5EF4-FFF2-40B4-BE49-F238E27FC236}">
                <a16:creationId xmlns:a16="http://schemas.microsoft.com/office/drawing/2014/main" id="{5E66C202-110E-AF4D-1BCF-57BD409DC4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986" y="68630"/>
            <a:ext cx="10271318" cy="6720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29805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FC3E7C-D28A-E244-BA8D-52B2B71434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Kép 2">
            <a:extLst>
              <a:ext uri="{FF2B5EF4-FFF2-40B4-BE49-F238E27FC236}">
                <a16:creationId xmlns:a16="http://schemas.microsoft.com/office/drawing/2014/main" id="{6F6FEFAD-241C-3C10-6AE5-382EC0E4F9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2101" y="69782"/>
            <a:ext cx="10267798" cy="6718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16129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F72DE8-AB91-DF57-2D3E-7258877FA1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Kép 2">
            <a:extLst>
              <a:ext uri="{FF2B5EF4-FFF2-40B4-BE49-F238E27FC236}">
                <a16:creationId xmlns:a16="http://schemas.microsoft.com/office/drawing/2014/main" id="{C0235E61-1ADB-8C9A-8CEB-802183C635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0129" y="45379"/>
            <a:ext cx="10411741" cy="6812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42016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7A2EDF-DD6A-C76F-D358-EC18CCE83D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Kép 2">
            <a:extLst>
              <a:ext uri="{FF2B5EF4-FFF2-40B4-BE49-F238E27FC236}">
                <a16:creationId xmlns:a16="http://schemas.microsoft.com/office/drawing/2014/main" id="{9D21D018-15F0-F23E-32EC-8576D22D03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5802" y="65546"/>
            <a:ext cx="10280744" cy="6726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07493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B500F1-AB0A-91BD-70A8-434CB0648F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Kép 2">
            <a:extLst>
              <a:ext uri="{FF2B5EF4-FFF2-40B4-BE49-F238E27FC236}">
                <a16:creationId xmlns:a16="http://schemas.microsoft.com/office/drawing/2014/main" id="{3B6B1173-3B67-E3DE-D09A-5FF868F486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5453" y="0"/>
            <a:ext cx="1048109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09546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6366DA-51EA-799A-5638-8A2D98FD51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Kép 2">
            <a:extLst>
              <a:ext uri="{FF2B5EF4-FFF2-40B4-BE49-F238E27FC236}">
                <a16:creationId xmlns:a16="http://schemas.microsoft.com/office/drawing/2014/main" id="{C6EE0733-45AD-29F2-194B-79DD2B4BAF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5453" y="0"/>
            <a:ext cx="1048109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59020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FD40BC-6088-A2B4-A18E-789A7CF732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Kép 2">
            <a:extLst>
              <a:ext uri="{FF2B5EF4-FFF2-40B4-BE49-F238E27FC236}">
                <a16:creationId xmlns:a16="http://schemas.microsoft.com/office/drawing/2014/main" id="{F24D99CC-B4E5-B580-CF3F-C103EE8BCB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5453" y="0"/>
            <a:ext cx="1048109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7914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0674B4-7491-2FAE-AA67-77898EAF93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Kép 2">
            <a:extLst>
              <a:ext uri="{FF2B5EF4-FFF2-40B4-BE49-F238E27FC236}">
                <a16:creationId xmlns:a16="http://schemas.microsoft.com/office/drawing/2014/main" id="{FAACA282-75E0-7237-67E9-3B54849704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5453" y="0"/>
            <a:ext cx="1048109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61538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B320D5-F53B-2068-7D2B-2AA735D4F2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Kép 2">
            <a:extLst>
              <a:ext uri="{FF2B5EF4-FFF2-40B4-BE49-F238E27FC236}">
                <a16:creationId xmlns:a16="http://schemas.microsoft.com/office/drawing/2014/main" id="{775FE3C3-1641-7445-D12A-EABB1F8591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5453" y="0"/>
            <a:ext cx="1048109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70698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577031-9FE3-6696-CA4D-C155258C0C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Kép 2">
            <a:extLst>
              <a:ext uri="{FF2B5EF4-FFF2-40B4-BE49-F238E27FC236}">
                <a16:creationId xmlns:a16="http://schemas.microsoft.com/office/drawing/2014/main" id="{2C43B8B9-9EB9-311A-A10B-4764653A79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5453" y="0"/>
            <a:ext cx="1048109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74449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0EC019-8954-8686-38C2-5B415567B7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Kép 2">
            <a:extLst>
              <a:ext uri="{FF2B5EF4-FFF2-40B4-BE49-F238E27FC236}">
                <a16:creationId xmlns:a16="http://schemas.microsoft.com/office/drawing/2014/main" id="{3540A324-2FB2-9539-0DAB-40F73870FD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5453" y="0"/>
            <a:ext cx="1048109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84578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450550-3FFB-BCB7-E27F-83753BC31C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Kép 2">
            <a:extLst>
              <a:ext uri="{FF2B5EF4-FFF2-40B4-BE49-F238E27FC236}">
                <a16:creationId xmlns:a16="http://schemas.microsoft.com/office/drawing/2014/main" id="{FFFA1A3D-CB7C-2C56-A872-0D84D27D0C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5453" y="0"/>
            <a:ext cx="1048109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279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DFFFF3-0BD6-2AA7-5BC4-8120FF6390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Kép 2">
            <a:extLst>
              <a:ext uri="{FF2B5EF4-FFF2-40B4-BE49-F238E27FC236}">
                <a16:creationId xmlns:a16="http://schemas.microsoft.com/office/drawing/2014/main" id="{2191C3FE-BE63-2EAF-E687-788CC11691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5453" y="0"/>
            <a:ext cx="1048109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30469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FF6D80-6526-3AF7-0F1A-C9C53FD80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Kép 2">
            <a:extLst>
              <a:ext uri="{FF2B5EF4-FFF2-40B4-BE49-F238E27FC236}">
                <a16:creationId xmlns:a16="http://schemas.microsoft.com/office/drawing/2014/main" id="{65F16B62-3C77-751D-E4A2-EEA619013C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5453" y="0"/>
            <a:ext cx="1048109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90088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C59C2D-969E-80D0-E09A-75AF29BF70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Kép 2">
            <a:extLst>
              <a:ext uri="{FF2B5EF4-FFF2-40B4-BE49-F238E27FC236}">
                <a16:creationId xmlns:a16="http://schemas.microsoft.com/office/drawing/2014/main" id="{5ACE16B6-EB8A-2002-0BF9-5932810DB7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5453" y="0"/>
            <a:ext cx="1048109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29225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6B73D5-8C74-3C11-9CD0-A4EC1ABEE6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Kép 3">
            <a:extLst>
              <a:ext uri="{FF2B5EF4-FFF2-40B4-BE49-F238E27FC236}">
                <a16:creationId xmlns:a16="http://schemas.microsoft.com/office/drawing/2014/main" id="{82BAA0D7-686F-9660-96A6-F11074AFE4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5453" y="0"/>
            <a:ext cx="1048109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087957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3B7B32-D706-778A-4DB0-304C84A510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Kép 2">
            <a:extLst>
              <a:ext uri="{FF2B5EF4-FFF2-40B4-BE49-F238E27FC236}">
                <a16:creationId xmlns:a16="http://schemas.microsoft.com/office/drawing/2014/main" id="{E905448E-4268-FA21-FC19-EC1D055D2B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5453" y="0"/>
            <a:ext cx="1048109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282087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4511CE-1324-A6C0-EC2A-CD55B0D199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zövegdoboz 1">
            <a:extLst>
              <a:ext uri="{FF2B5EF4-FFF2-40B4-BE49-F238E27FC236}">
                <a16:creationId xmlns:a16="http://schemas.microsoft.com/office/drawing/2014/main" id="{BD23CC1A-BBAD-8E59-6E22-5B657740076D}"/>
              </a:ext>
            </a:extLst>
          </p:cNvPr>
          <p:cNvSpPr txBox="1"/>
          <p:nvPr/>
        </p:nvSpPr>
        <p:spPr>
          <a:xfrm>
            <a:off x="565607" y="414779"/>
            <a:ext cx="87103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Printer1_ANET_A8_Plus_RPI3_SKR2_Ideamaker_Current_Profile.bin</a:t>
            </a:r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41FD0F21-C4C6-5611-5E0F-9E87C771A4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230" y="866290"/>
            <a:ext cx="11591691" cy="5279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475829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AB9148-73B6-1BD6-5605-2974666AD4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zövegdoboz 1">
            <a:extLst>
              <a:ext uri="{FF2B5EF4-FFF2-40B4-BE49-F238E27FC236}">
                <a16:creationId xmlns:a16="http://schemas.microsoft.com/office/drawing/2014/main" id="{29737A7E-98E6-7F93-3E92-4CD0EDE70FE0}"/>
              </a:ext>
            </a:extLst>
          </p:cNvPr>
          <p:cNvSpPr txBox="1"/>
          <p:nvPr/>
        </p:nvSpPr>
        <p:spPr>
          <a:xfrm>
            <a:off x="565607" y="414779"/>
            <a:ext cx="87103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Printer1_ANET_A8_Plus_RPI3_SKR2_Ideamaker_Current_Profile</a:t>
            </a:r>
          </a:p>
          <a:p>
            <a:r>
              <a:rPr lang="hu-HU" dirty="0"/>
              <a:t>X </a:t>
            </a:r>
            <a:r>
              <a:rPr lang="hu-HU" dirty="0" err="1"/>
              <a:t>axle</a:t>
            </a:r>
            <a:r>
              <a:rPr lang="hu-HU" dirty="0"/>
              <a:t> 48,63mm </a:t>
            </a:r>
            <a:r>
              <a:rPr lang="hu-HU" dirty="0" err="1"/>
              <a:t>instead</a:t>
            </a:r>
            <a:r>
              <a:rPr lang="hu-HU" dirty="0"/>
              <a:t> of 50mm</a:t>
            </a:r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91D7AC15-9433-A413-C066-B6B43A3B1F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3348381" y="848291"/>
            <a:ext cx="5141485" cy="5880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430655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93EC7E-9564-5686-EE55-1A1EFCBF5D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zövegdoboz 1">
            <a:extLst>
              <a:ext uri="{FF2B5EF4-FFF2-40B4-BE49-F238E27FC236}">
                <a16:creationId xmlns:a16="http://schemas.microsoft.com/office/drawing/2014/main" id="{FC9E5825-7C7D-AAF6-FA98-EE8EBF298D76}"/>
              </a:ext>
            </a:extLst>
          </p:cNvPr>
          <p:cNvSpPr txBox="1"/>
          <p:nvPr/>
        </p:nvSpPr>
        <p:spPr>
          <a:xfrm>
            <a:off x="565607" y="414779"/>
            <a:ext cx="871036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Printer1_ANET_A8_Plus_RPI3_SKR2_Ideamaker_Current_Profile</a:t>
            </a:r>
          </a:p>
          <a:p>
            <a:r>
              <a:rPr lang="hu-HU" dirty="0"/>
              <a:t>Y </a:t>
            </a:r>
            <a:r>
              <a:rPr lang="hu-HU" dirty="0" err="1"/>
              <a:t>axle</a:t>
            </a:r>
            <a:r>
              <a:rPr lang="hu-HU" dirty="0"/>
              <a:t> 49,76mm </a:t>
            </a:r>
            <a:r>
              <a:rPr lang="hu-HU" dirty="0" err="1"/>
              <a:t>instead</a:t>
            </a:r>
            <a:r>
              <a:rPr lang="hu-HU" dirty="0"/>
              <a:t> of 50mm</a:t>
            </a:r>
          </a:p>
          <a:p>
            <a:endParaRPr lang="hu-HU" dirty="0"/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096418CE-B0E7-DC6A-FC98-521B3B5FFC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3711165" y="638028"/>
            <a:ext cx="5092372" cy="60372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233962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82BEFC-E582-4382-3DFF-3F10ADE7F5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zövegdoboz 1">
            <a:extLst>
              <a:ext uri="{FF2B5EF4-FFF2-40B4-BE49-F238E27FC236}">
                <a16:creationId xmlns:a16="http://schemas.microsoft.com/office/drawing/2014/main" id="{D09E1854-7110-5227-0DD3-2F891715398A}"/>
              </a:ext>
            </a:extLst>
          </p:cNvPr>
          <p:cNvSpPr txBox="1"/>
          <p:nvPr/>
        </p:nvSpPr>
        <p:spPr>
          <a:xfrm>
            <a:off x="565607" y="414779"/>
            <a:ext cx="871036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Printer1_ANET_A8_Plus_RPI3_SKR2_Ideamaker_Current_Profile.bin</a:t>
            </a:r>
          </a:p>
          <a:p>
            <a:r>
              <a:rPr lang="hu-HU" dirty="0"/>
              <a:t>Z </a:t>
            </a:r>
            <a:r>
              <a:rPr lang="hu-HU" dirty="0" err="1"/>
              <a:t>axle</a:t>
            </a:r>
            <a:r>
              <a:rPr lang="hu-HU" dirty="0"/>
              <a:t> 50,21mm </a:t>
            </a:r>
            <a:r>
              <a:rPr lang="hu-HU" dirty="0" err="1"/>
              <a:t>instead</a:t>
            </a:r>
            <a:r>
              <a:rPr lang="hu-HU" dirty="0"/>
              <a:t> of 50mm</a:t>
            </a:r>
          </a:p>
          <a:p>
            <a:endParaRPr lang="hu-HU" dirty="0"/>
          </a:p>
        </p:txBody>
      </p:sp>
      <p:grpSp>
        <p:nvGrpSpPr>
          <p:cNvPr id="6" name="Csoportba foglalás 5">
            <a:extLst>
              <a:ext uri="{FF2B5EF4-FFF2-40B4-BE49-F238E27FC236}">
                <a16:creationId xmlns:a16="http://schemas.microsoft.com/office/drawing/2014/main" id="{763E6FB1-166B-7834-292F-10F88F75B863}"/>
              </a:ext>
            </a:extLst>
          </p:cNvPr>
          <p:cNvGrpSpPr/>
          <p:nvPr/>
        </p:nvGrpSpPr>
        <p:grpSpPr>
          <a:xfrm>
            <a:off x="2916026" y="1199956"/>
            <a:ext cx="6453249" cy="5243265"/>
            <a:chOff x="2916026" y="1199956"/>
            <a:chExt cx="6453249" cy="5243265"/>
          </a:xfrm>
        </p:grpSpPr>
        <p:pic>
          <p:nvPicPr>
            <p:cNvPr id="4" name="Kép 3">
              <a:extLst>
                <a:ext uri="{FF2B5EF4-FFF2-40B4-BE49-F238E27FC236}">
                  <a16:creationId xmlns:a16="http://schemas.microsoft.com/office/drawing/2014/main" id="{05C7FF27-B084-29AB-8051-13A4ABB7796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16200000">
              <a:off x="3521018" y="594964"/>
              <a:ext cx="5243265" cy="6453249"/>
            </a:xfrm>
            <a:prstGeom prst="rect">
              <a:avLst/>
            </a:prstGeom>
          </p:spPr>
        </p:pic>
        <p:sp>
          <p:nvSpPr>
            <p:cNvPr id="5" name="Szövegdoboz 4">
              <a:extLst>
                <a:ext uri="{FF2B5EF4-FFF2-40B4-BE49-F238E27FC236}">
                  <a16:creationId xmlns:a16="http://schemas.microsoft.com/office/drawing/2014/main" id="{170F3F76-BEF7-EFB7-C4EB-260B140936C7}"/>
                </a:ext>
              </a:extLst>
            </p:cNvPr>
            <p:cNvSpPr txBox="1"/>
            <p:nvPr/>
          </p:nvSpPr>
          <p:spPr>
            <a:xfrm>
              <a:off x="3778417" y="4014238"/>
              <a:ext cx="1705333" cy="144655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hu-HU" sz="8800" dirty="0"/>
                <a:t>Z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4864797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D60341-090A-16C0-994C-255F22EFE3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zövegdoboz 1">
            <a:extLst>
              <a:ext uri="{FF2B5EF4-FFF2-40B4-BE49-F238E27FC236}">
                <a16:creationId xmlns:a16="http://schemas.microsoft.com/office/drawing/2014/main" id="{63D7E3A2-1902-45AF-546B-04EDD937D61F}"/>
              </a:ext>
            </a:extLst>
          </p:cNvPr>
          <p:cNvSpPr txBox="1"/>
          <p:nvPr/>
        </p:nvSpPr>
        <p:spPr>
          <a:xfrm>
            <a:off x="565607" y="414779"/>
            <a:ext cx="87103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Printer1_ANET_A8_Plus_RPI3_SKR2_Ideamaker_Current_Profile.bin</a:t>
            </a:r>
          </a:p>
          <a:p>
            <a:r>
              <a:rPr lang="hu-HU" dirty="0"/>
              <a:t>Edge </a:t>
            </a:r>
            <a:r>
              <a:rPr lang="hu-HU" dirty="0" err="1"/>
              <a:t>problem</a:t>
            </a:r>
            <a:r>
              <a:rPr lang="hu-HU" dirty="0"/>
              <a:t> overflow</a:t>
            </a:r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C355C82A-B352-54C0-BF63-59D77532E0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0027" y="1185148"/>
            <a:ext cx="5728733" cy="4987368"/>
          </a:xfrm>
          <a:prstGeom prst="rect">
            <a:avLst/>
          </a:prstGeom>
        </p:spPr>
      </p:pic>
      <p:sp>
        <p:nvSpPr>
          <p:cNvPr id="5" name="Nyíl: lefelé mutató 4">
            <a:extLst>
              <a:ext uri="{FF2B5EF4-FFF2-40B4-BE49-F238E27FC236}">
                <a16:creationId xmlns:a16="http://schemas.microsoft.com/office/drawing/2014/main" id="{61262DE3-7137-D74B-1CAA-0C600A6667B3}"/>
              </a:ext>
            </a:extLst>
          </p:cNvPr>
          <p:cNvSpPr/>
          <p:nvPr/>
        </p:nvSpPr>
        <p:spPr>
          <a:xfrm>
            <a:off x="3726180" y="1253252"/>
            <a:ext cx="563880" cy="149352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7056794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279</TotalTime>
  <Words>113</Words>
  <Application>Microsoft Office PowerPoint</Application>
  <PresentationFormat>Szélesvásznú</PresentationFormat>
  <Paragraphs>10</Paragraphs>
  <Slides>23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3</vt:i4>
      </vt:variant>
      <vt:variant>
        <vt:lpstr>Téma</vt:lpstr>
      </vt:variant>
      <vt:variant>
        <vt:i4>1</vt:i4>
      </vt:variant>
      <vt:variant>
        <vt:lpstr>Diacímek</vt:lpstr>
      </vt:variant>
      <vt:variant>
        <vt:i4>23</vt:i4>
      </vt:variant>
    </vt:vector>
  </HeadingPairs>
  <TitlesOfParts>
    <vt:vector size="27" baseType="lpstr">
      <vt:lpstr>Arial</vt:lpstr>
      <vt:lpstr>Calibri</vt:lpstr>
      <vt:lpstr>Calibri Light</vt:lpstr>
      <vt:lpstr>Office-téma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Gabor Dernoczi</dc:creator>
  <cp:lastModifiedBy>Gabor Dernoczi</cp:lastModifiedBy>
  <cp:revision>14</cp:revision>
  <dcterms:created xsi:type="dcterms:W3CDTF">2026-09-13T05:49:35Z</dcterms:created>
  <dcterms:modified xsi:type="dcterms:W3CDTF">2026-09-13T11:57:46Z</dcterms:modified>
</cp:coreProperties>
</file>