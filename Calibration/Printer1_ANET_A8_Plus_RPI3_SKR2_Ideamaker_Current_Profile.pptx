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6" r:id="rId9"/>
    <p:sldId id="267" r:id="rId10"/>
    <p:sldId id="268" r:id="rId11"/>
    <p:sldId id="263" r:id="rId12"/>
    <p:sldId id="264" r:id="rId13"/>
    <p:sldId id="269" r:id="rId14"/>
    <p:sldId id="270" r:id="rId15"/>
    <p:sldId id="271" r:id="rId16"/>
    <p:sldId id="265" r:id="rId17"/>
    <p:sldId id="272" r:id="rId18"/>
    <p:sldId id="273" r:id="rId19"/>
    <p:sldId id="274" r:id="rId20"/>
    <p:sldId id="279" r:id="rId21"/>
    <p:sldId id="276" r:id="rId22"/>
    <p:sldId id="275" r:id="rId23"/>
    <p:sldId id="277" r:id="rId2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2C5566-0D0A-0EC7-C70B-215D00E3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6ADD0E6-6340-F9F2-B2A5-56689F0FD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A95493-62C6-ABCB-71E6-79716227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29C2B01-8080-61DC-170E-84F74D59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1B3296-FC99-B624-4E42-2CBC9E1F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1211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35941D-4BFA-5B8A-F6F0-227CFB429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B6427A-A5EB-BB92-7C60-57000CB6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2BACE5-DE3E-53F5-5CC7-27435153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85AE5B-C842-AFE3-7668-FED4FB58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87C6D7-F24C-D661-9410-30DE7436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647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03829F-6B9F-7581-1C73-B03CB3E4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321A121-1F8C-58F4-DE9B-90F1FCD4C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EEAFF8-E615-5042-8AD7-01063351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281BD9-A996-2DAD-873F-317BCAA0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CAE25A-973B-2DF7-C186-EC021D68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437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37C28C-C1C0-AFC9-D197-331F1E02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30D056-620E-8D43-A44B-A2414FC43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A1308AA-B083-D005-782B-B0013A35B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9404047-25FC-3C39-324E-11E94F84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654A679-D8E8-1B3F-A384-DD47368A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3CC7D94-5585-8734-4FAC-891D9133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332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AC07A8-3F7A-DE00-AA17-E7C2A5187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7BAEC69-55BC-76AB-2AD2-C4F9724C3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D678AEB-3977-E0FD-996E-95B34DBDF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386B9EA-0CF3-8F44-CE6C-FA5FB9B62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1EC7D85-ADF0-9DA0-AF6D-4F9CF0033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C51AA33-EE3E-4EC5-4673-82E02FD4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F875A33-9782-7182-680B-3549009B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13BAA16-3589-84AD-E86C-A137050A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278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1C7B47-427A-4CCC-5CAA-D61E983D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B80058F-CBE7-C9C5-0520-0B1A8945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22E4128-887F-F852-6B0E-D6214998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7D87A6E-C528-BCBB-4586-5213EEB2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836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B5DAFC2-2377-5659-EED9-1CD56081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2203F2D-3E81-5B07-FB20-D677EBA3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C6DAB22-0695-3DA5-B511-13FB18EE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736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94A74C-0359-A6A8-6814-57D51883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3305ED-B114-FB3C-9206-EFEA8DFBE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D97BCBE-17D4-FE26-C7E6-2DFF02666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B2AC4C7-0971-480C-9EA7-FE17DA06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4425826-8B9C-684E-E5B0-AAE29C13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67DFA3B-A1D1-9BEF-6862-DB081E03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663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E50D8B-D2AC-D491-068C-92FDC925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3CDA527-4719-F9E7-83BF-FE5EFA240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9D3D04C-F4CE-6784-4081-E227B97A5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62AAA5-1CB3-2C12-824F-8690001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8EF1EB9-CC0F-08B4-E278-B234FC5B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E5B1504-8517-29CD-B4EC-DBD834137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87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B7C398-32D2-BEC8-508E-C0971B3F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A60CDC8-DEA4-F0A3-E3E7-D15BFFDDA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54C39-45F8-EA0A-E9AB-F06C63D3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26AD8A-BB06-B6A8-1974-9AD0FCE0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D9BD37-C592-DFCF-135F-6FBF7DDA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72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E7F957D-67D5-7116-BBD3-7FEB5809D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60079B2-BFA4-7A55-E9D1-BF4058E1C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ABC481-B59B-ED58-9765-6BF1203BA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EDE2BE-B041-D388-A230-6DFE5BFE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FD0BF5-3CB8-CCC7-A4D1-78193D0D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742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454BEC2-AF5A-D01B-EC29-DDB7F54F8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47A3E9-25C9-53E6-C424-FC921C90D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41D6CB-F96A-9001-E3D3-5713086C0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4CD0-FE40-46EA-873A-699A1F19B21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2F0733-C843-33DA-7FC0-71835F3D5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66B8BF-6554-A7B7-B1F0-3A180ABD8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B0548-1570-4BE4-ADB5-D36612A98C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326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25DD1FE4-414D-8F74-32F1-5E892D61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8" y="207390"/>
            <a:ext cx="11515033" cy="61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5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B213-1ACB-F6FE-4153-41CBBB62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E66C202-110E-AF4D-1BCF-57BD409D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86" y="68630"/>
            <a:ext cx="10271318" cy="672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8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3E7C-D28A-E244-BA8D-52B2B714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F6FEFAD-241C-3C10-6AE5-382EC0E4F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01" y="69782"/>
            <a:ext cx="10267798" cy="671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1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2DE8-AB91-DF57-2D3E-7258877F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0235E61-1ADB-8C9A-8CEB-802183C63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29" y="45379"/>
            <a:ext cx="10411741" cy="681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0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2EDF-DD6A-C76F-D358-EC18CCE8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9D21D018-15F0-F23E-32EC-8576D22D0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02" y="65546"/>
            <a:ext cx="10280744" cy="67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4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00F1-AB0A-91BD-70A8-434CB0648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3B6B1173-3B67-E3DE-D09A-5FF868F48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5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366DA-51EA-799A-5638-8A2D98FD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6EE0733-45AD-29F2-194B-79DD2B4BA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0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40BC-6088-A2B4-A18E-789A7CF7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24D99CC-B4E5-B580-CF3F-C103EE8BC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1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74B4-7491-2FAE-AA67-77898EAF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AACA282-75E0-7237-67E9-3B548497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53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20D5-F53B-2068-7D2B-2AA735D4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75FE3C3-1641-7445-D12A-EABB1F85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69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7031-9FE3-6696-CA4D-C155258C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C43B8B9-9EB9-311A-A10B-4764653A7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4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C019-8954-8686-38C2-5B415567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3540A324-2FB2-9539-0DAB-40F73870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57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50550-3FFB-BCB7-E27F-83753BC3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FFA1A3D-CB7C-2C56-A872-0D84D27D0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FFF3-0BD6-2AA7-5BC4-8120FF63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191C3FE-BE63-2EAF-E687-788CC116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4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F6D80-6526-3AF7-0F1A-C9C53FD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5F16B62-3C77-751D-E4A2-EEA619013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08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59C2D-969E-80D0-E09A-75AF29BF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ACE16B6-EB8A-2002-0BF9-5932810DB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22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73D5-8C74-3C11-9CD0-A4EC1ABE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2BAA0D7-686F-9660-96A6-F11074AFE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79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7B32-D706-778A-4DB0-304C84A5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905448E-4268-FA21-FC19-EC1D055D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53" y="0"/>
            <a:ext cx="10481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511CE-1324-A6C0-EC2A-CD55B0D1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BD23CC1A-BBAD-8E59-6E22-5B657740076D}"/>
              </a:ext>
            </a:extLst>
          </p:cNvPr>
          <p:cNvSpPr txBox="1"/>
          <p:nvPr/>
        </p:nvSpPr>
        <p:spPr>
          <a:xfrm>
            <a:off x="565607" y="414779"/>
            <a:ext cx="8710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1FD0F21-C4C6-5611-5E0F-9E87C771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0" y="866290"/>
            <a:ext cx="11591691" cy="527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58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9148-73B6-1BD6-5605-2974666A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29737A7E-98E6-7F93-3E92-4CD0EDE70FE0}"/>
              </a:ext>
            </a:extLst>
          </p:cNvPr>
          <p:cNvSpPr txBox="1"/>
          <p:nvPr/>
        </p:nvSpPr>
        <p:spPr>
          <a:xfrm>
            <a:off x="565607" y="414779"/>
            <a:ext cx="87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</a:t>
            </a:r>
          </a:p>
          <a:p>
            <a:r>
              <a:rPr lang="hu-HU" dirty="0"/>
              <a:t>X </a:t>
            </a:r>
            <a:r>
              <a:rPr lang="hu-HU" dirty="0" err="1"/>
              <a:t>axle</a:t>
            </a:r>
            <a:r>
              <a:rPr lang="hu-HU" dirty="0"/>
              <a:t> 48,63mm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1D7AC15-9433-A413-C066-B6B43A3B1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48381" y="848291"/>
            <a:ext cx="5141485" cy="588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06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EC7E-9564-5686-EE55-1A1EFCBF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C9E5825-7C7D-AAF6-FA98-EE8EBF298D76}"/>
              </a:ext>
            </a:extLst>
          </p:cNvPr>
          <p:cNvSpPr txBox="1"/>
          <p:nvPr/>
        </p:nvSpPr>
        <p:spPr>
          <a:xfrm>
            <a:off x="565607" y="414779"/>
            <a:ext cx="8710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</a:t>
            </a:r>
          </a:p>
          <a:p>
            <a:r>
              <a:rPr lang="hu-HU" dirty="0"/>
              <a:t>Y </a:t>
            </a:r>
            <a:r>
              <a:rPr lang="hu-HU" dirty="0" err="1"/>
              <a:t>axle</a:t>
            </a:r>
            <a:r>
              <a:rPr lang="hu-HU" dirty="0"/>
              <a:t> 49,76mm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96418CE-B0E7-DC6A-FC98-521B3B5F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711165" y="638028"/>
            <a:ext cx="5092372" cy="603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39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BEFC-E582-4382-3DFF-3F10ADE7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09E1854-7110-5227-0DD3-2F891715398A}"/>
              </a:ext>
            </a:extLst>
          </p:cNvPr>
          <p:cNvSpPr txBox="1"/>
          <p:nvPr/>
        </p:nvSpPr>
        <p:spPr>
          <a:xfrm>
            <a:off x="565607" y="414779"/>
            <a:ext cx="8710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Z </a:t>
            </a:r>
            <a:r>
              <a:rPr lang="hu-HU" dirty="0" err="1"/>
              <a:t>axle</a:t>
            </a:r>
            <a:r>
              <a:rPr lang="hu-HU" dirty="0"/>
              <a:t> 50,21mm </a:t>
            </a:r>
            <a:r>
              <a:rPr lang="hu-HU" dirty="0" err="1"/>
              <a:t>instead</a:t>
            </a:r>
            <a:r>
              <a:rPr lang="hu-HU" dirty="0"/>
              <a:t> of 50mm</a:t>
            </a:r>
          </a:p>
          <a:p>
            <a:endParaRPr lang="hu-HU" dirty="0"/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763E6FB1-166B-7834-292F-10F88F75B863}"/>
              </a:ext>
            </a:extLst>
          </p:cNvPr>
          <p:cNvGrpSpPr/>
          <p:nvPr/>
        </p:nvGrpSpPr>
        <p:grpSpPr>
          <a:xfrm>
            <a:off x="2916026" y="1199956"/>
            <a:ext cx="6453249" cy="5243265"/>
            <a:chOff x="2916026" y="1199956"/>
            <a:chExt cx="6453249" cy="5243265"/>
          </a:xfrm>
        </p:grpSpPr>
        <p:pic>
          <p:nvPicPr>
            <p:cNvPr id="4" name="Kép 3">
              <a:extLst>
                <a:ext uri="{FF2B5EF4-FFF2-40B4-BE49-F238E27FC236}">
                  <a16:creationId xmlns:a16="http://schemas.microsoft.com/office/drawing/2014/main" id="{05C7FF27-B084-29AB-8051-13A4ABB77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521018" y="594964"/>
              <a:ext cx="5243265" cy="6453249"/>
            </a:xfrm>
            <a:prstGeom prst="rect">
              <a:avLst/>
            </a:prstGeom>
          </p:spPr>
        </p:pic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170F3F76-BEF7-EFB7-C4EB-260B140936C7}"/>
                </a:ext>
              </a:extLst>
            </p:cNvPr>
            <p:cNvSpPr txBox="1"/>
            <p:nvPr/>
          </p:nvSpPr>
          <p:spPr>
            <a:xfrm>
              <a:off x="3778417" y="4014238"/>
              <a:ext cx="1705333" cy="14465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hu-HU" sz="8800" dirty="0"/>
                <a:t>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64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0341-090A-16C0-994C-255F22EF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63D7E3A2-1902-45AF-546B-04EDD937D61F}"/>
              </a:ext>
            </a:extLst>
          </p:cNvPr>
          <p:cNvSpPr txBox="1"/>
          <p:nvPr/>
        </p:nvSpPr>
        <p:spPr>
          <a:xfrm>
            <a:off x="565607" y="414779"/>
            <a:ext cx="87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Printer1_ANET_A8_Plus_RPI3_SKR2_Ideamaker_Current_Profile.bin</a:t>
            </a:r>
          </a:p>
          <a:p>
            <a:r>
              <a:rPr lang="hu-HU" dirty="0"/>
              <a:t>Edge </a:t>
            </a:r>
            <a:r>
              <a:rPr lang="hu-HU" dirty="0" err="1"/>
              <a:t>problem</a:t>
            </a:r>
            <a:r>
              <a:rPr lang="hu-HU" dirty="0"/>
              <a:t> overflow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355C82A-B352-54C0-BF63-59D77532E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27" y="1185148"/>
            <a:ext cx="5728733" cy="4987368"/>
          </a:xfrm>
          <a:prstGeom prst="rect">
            <a:avLst/>
          </a:prstGeom>
        </p:spPr>
      </p:pic>
      <p:sp>
        <p:nvSpPr>
          <p:cNvPr id="5" name="Nyíl: lefelé mutató 4">
            <a:extLst>
              <a:ext uri="{FF2B5EF4-FFF2-40B4-BE49-F238E27FC236}">
                <a16:creationId xmlns:a16="http://schemas.microsoft.com/office/drawing/2014/main" id="{61262DE3-7137-D74B-1CAA-0C600A6667B3}"/>
              </a:ext>
            </a:extLst>
          </p:cNvPr>
          <p:cNvSpPr/>
          <p:nvPr/>
        </p:nvSpPr>
        <p:spPr>
          <a:xfrm>
            <a:off x="3726180" y="1253252"/>
            <a:ext cx="563880" cy="14935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567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113</Words>
  <Application>Microsoft Office PowerPoint</Application>
  <PresentationFormat>Szélesvásznú</PresentationFormat>
  <Paragraphs>10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Gabor Dernoczi</dc:creator>
  <cp:lastModifiedBy>Gabor Dernoczi</cp:lastModifiedBy>
  <cp:revision>14</cp:revision>
  <dcterms:created xsi:type="dcterms:W3CDTF">2026-09-13T05:49:35Z</dcterms:created>
  <dcterms:modified xsi:type="dcterms:W3CDTF">2026-09-13T11:57:20Z</dcterms:modified>
</cp:coreProperties>
</file>